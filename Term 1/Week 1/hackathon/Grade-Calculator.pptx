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embeddedFontLst>
    <p:embeddedFont>
      <p:font typeface="DM Sans Medium" panose="020F0502020204030204" pitchFamily="2" charset="0"/>
      <p:regular r:id="rId7"/>
    </p:embeddedFont>
    <p:embeddedFont>
      <p:font typeface="Inter" panose="020B0604020202020204" charset="0"/>
      <p:regular r:id="rId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-235" y="-95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9394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2DB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5"/>
          </a:solidFill>
          <a:ln/>
        </p:spPr>
        <p:txBody>
          <a:bodyPr/>
          <a:lstStyle/>
          <a:p>
            <a:endParaRPr lang="nl-NL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9526" y="806450"/>
            <a:ext cx="3892453" cy="52451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61475" y="2439591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Grade Calculator</a:t>
            </a:r>
            <a:endParaRPr lang="en-US" sz="3700" dirty="0"/>
          </a:p>
        </p:txBody>
      </p:sp>
      <p:sp>
        <p:nvSpPr>
          <p:cNvPr id="5" name="Text 1"/>
          <p:cNvSpPr/>
          <p:nvPr/>
        </p:nvSpPr>
        <p:spPr>
          <a:xfrm>
            <a:off x="661475" y="3313708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web app that helps students understand and manage academic performance</a:t>
            </a:r>
            <a:endParaRPr lang="en-US" sz="1450" dirty="0"/>
          </a:p>
        </p:txBody>
      </p:sp>
      <p:sp>
        <p:nvSpPr>
          <p:cNvPr id="6" name="Shape 2"/>
          <p:cNvSpPr/>
          <p:nvPr/>
        </p:nvSpPr>
        <p:spPr>
          <a:xfrm>
            <a:off x="661475" y="4131171"/>
            <a:ext cx="3227108" cy="287139"/>
          </a:xfrm>
          <a:prstGeom prst="roundRect">
            <a:avLst>
              <a:gd name="adj" fmla="val 7899"/>
            </a:avLst>
          </a:prstGeom>
          <a:solidFill>
            <a:srgbClr val="E3E3E8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7" name="Text 3"/>
          <p:cNvSpPr/>
          <p:nvPr/>
        </p:nvSpPr>
        <p:spPr>
          <a:xfrm>
            <a:off x="774879" y="4187825"/>
            <a:ext cx="3609885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BART BRUGGELING &amp; AMIEN EL AZZOUZI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657052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What It Does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661475" y="2531170"/>
            <a:ext cx="3053877" cy="1391543"/>
          </a:xfrm>
          <a:prstGeom prst="roundRect">
            <a:avLst>
              <a:gd name="adj" fmla="val 2038"/>
            </a:avLst>
          </a:prstGeom>
          <a:solidFill>
            <a:srgbClr val="EDEBE3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5" name="Text 2"/>
          <p:cNvSpPr/>
          <p:nvPr/>
        </p:nvSpPr>
        <p:spPr>
          <a:xfrm>
            <a:off x="850482" y="2720181"/>
            <a:ext cx="2675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Enter Grades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50482" y="3128863"/>
            <a:ext cx="267586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 obtained grades and weights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3904359" y="2531170"/>
            <a:ext cx="3053976" cy="1391543"/>
          </a:xfrm>
          <a:prstGeom prst="roundRect">
            <a:avLst>
              <a:gd name="adj" fmla="val 2038"/>
            </a:avLst>
          </a:prstGeom>
          <a:solidFill>
            <a:srgbClr val="EDEBE3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8" name="Text 5"/>
          <p:cNvSpPr/>
          <p:nvPr/>
        </p:nvSpPr>
        <p:spPr>
          <a:xfrm>
            <a:off x="4093366" y="2720181"/>
            <a:ext cx="26759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Calculate Average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4093366" y="3128863"/>
            <a:ext cx="267596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average shown automatically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61475" y="4111724"/>
            <a:ext cx="6296860" cy="1089124"/>
          </a:xfrm>
          <a:prstGeom prst="roundRect">
            <a:avLst>
              <a:gd name="adj" fmla="val 2603"/>
            </a:avLst>
          </a:prstGeom>
          <a:solidFill>
            <a:srgbClr val="EDEBE3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1" name="Text 8"/>
          <p:cNvSpPr/>
          <p:nvPr/>
        </p:nvSpPr>
        <p:spPr>
          <a:xfrm>
            <a:off x="850482" y="4300736"/>
            <a:ext cx="59188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Plan Ahead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850482" y="4709418"/>
            <a:ext cx="59188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See what grade you need to reach your target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6539"/>
            <a:ext cx="10868745" cy="49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Who It's For &amp; SDG 4</a:t>
            </a:r>
            <a:endParaRPr lang="en-US" sz="3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418034"/>
            <a:ext cx="4365813" cy="43659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747004" y="2487910"/>
            <a:ext cx="4789467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Target Users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6747004" y="2871589"/>
            <a:ext cx="5399052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Secondary &amp; higher education students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6747004" y="3241278"/>
            <a:ext cx="4789467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SDG 4: Quality Education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6747004" y="3624957"/>
            <a:ext cx="4789467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Helps students take control of learning and make informed decisions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747004" y="4229795"/>
            <a:ext cx="4789467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How to Run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6747004" y="4613473"/>
            <a:ext cx="4789467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installation — open the link, enter grades &amp; weights, get instant results</a:t>
            </a:r>
            <a:endParaRPr lang="en-US" sz="12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1AB1864-0657-5C2B-E304-A31A429FAA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043" y="6576492"/>
            <a:ext cx="2270957" cy="27434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73920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Ethical Reflection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707878"/>
            <a:ext cx="3496877" cy="144234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7479" y="2922290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Access Barriers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977479" y="3330972"/>
            <a:ext cx="296646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Requires device, internet &amp; digital skills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47359" y="2707878"/>
            <a:ext cx="3496877" cy="144234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63363" y="2922290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Unintended Use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663363" y="3330972"/>
            <a:ext cx="296646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of stress or grade-fixation over learning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33244" y="2707878"/>
            <a:ext cx="3496877" cy="144234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349247" y="2922290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Future Improvements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349247" y="3330972"/>
            <a:ext cx="296646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Multiple grading systems, languages &amp; accessibility</a:t>
            </a:r>
            <a:endParaRPr lang="en-US" sz="1450" dirty="0"/>
          </a:p>
        </p:txBody>
      </p:sp>
      <p:sp>
        <p:nvSpPr>
          <p:cNvPr id="12" name="Shape 7"/>
          <p:cNvSpPr/>
          <p:nvPr/>
        </p:nvSpPr>
        <p:spPr>
          <a:xfrm>
            <a:off x="661475" y="4362847"/>
            <a:ext cx="10868745" cy="755948"/>
          </a:xfrm>
          <a:prstGeom prst="roundRect">
            <a:avLst>
              <a:gd name="adj" fmla="val 3751"/>
            </a:avLst>
          </a:prstGeom>
          <a:solidFill>
            <a:srgbClr val="E3E3E8"/>
          </a:solidFill>
          <a:ln/>
        </p:spPr>
        <p:txBody>
          <a:bodyPr/>
          <a:lstStyle/>
          <a:p>
            <a:endParaRPr lang="nl-NL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482" y="4630539"/>
            <a:ext cx="236234" cy="18901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75723" y="4599087"/>
            <a:ext cx="1067507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planning tool — not a replacement for learning</a:t>
            </a:r>
            <a:endParaRPr lang="en-US" sz="14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DF8A2BF-7351-7B0A-BA03-5530062FA0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17480" y="6515088"/>
            <a:ext cx="1874520" cy="27434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134</Words>
  <Application>Microsoft Office PowerPoint</Application>
  <PresentationFormat>Widescreen</PresentationFormat>
  <Paragraphs>29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Inter</vt:lpstr>
      <vt:lpstr>Arial</vt:lpstr>
      <vt:lpstr>DM Sans Medium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Azzouzi, Amien el</cp:lastModifiedBy>
  <cp:revision>2</cp:revision>
  <dcterms:created xsi:type="dcterms:W3CDTF">2026-09-04T11:27:34Z</dcterms:created>
  <dcterms:modified xsi:type="dcterms:W3CDTF">2026-09-04T11:28:31Z</dcterms:modified>
</cp:coreProperties>
</file>