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822960"/>
            <a:ext cx="2926080" cy="29260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1828800" cy="18288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· QUALITY EDUCATION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GradePilot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academic planning platform that helps students understand their grades, requirements and study priorities.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1148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Bruggeling  </a:t>
            </a:r>
            <a:pPr indent="0" marL="0">
              <a:buNone/>
            </a:pPr>
            <a:r>
              <a:rPr lang="en-US" sz="14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(21076804)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Amien El Azzouzi  </a:t>
            </a:r>
            <a:pPr indent="0" marL="0">
              <a:buNone/>
            </a:pPr>
            <a:r>
              <a:rPr lang="en-US" sz="14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(26159430)</a:t>
            </a:r>
            <a:endParaRPr lang="en-US" sz="1400" dirty="0"/>
          </a:p>
        </p:txBody>
      </p:sp>
      <p:pic>
        <p:nvPicPr>
          <p:cNvPr id="10" name="Image 0" descr="/home/claude/gradepilot/icon_link_F4A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59028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455371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student-grade-calcul-vth7.bolt.host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picture of where every grade stands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add subjects, grades, assessment weights, deadlines, passing grades and personal targets. GradePilot turns that into a weighted average and a clear answer to two everyday questions: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74920" cy="1554480"/>
          </a:xfrm>
          <a:prstGeom prst="roundRect">
            <a:avLst>
              <a:gd name="adj" fmla="val 5294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517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gradepilot/icon_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8382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8775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grade do I still need?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3044952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score required on remaining assessments to reach a chosen target.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2331720"/>
            <a:ext cx="5074920" cy="1554480"/>
          </a:xfrm>
          <a:prstGeom prst="roundRect">
            <a:avLst>
              <a:gd name="adj" fmla="val 5294"/>
            </a:avLst>
          </a:prstGeom>
          <a:solidFill>
            <a:srgbClr val="F5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26517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gradepilot/icon_slid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178" y="28382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58775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low can I still score?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23760" y="3044952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margin a student has left while still reaching their target average.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10515600" cy="1508760"/>
          </a:xfrm>
          <a:prstGeom prst="roundRect">
            <a:avLst>
              <a:gd name="adj" fmla="val 5455"/>
            </a:avLst>
          </a:prstGeom>
          <a:solidFill>
            <a:srgbClr val="21295C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4480560"/>
            <a:ext cx="868680" cy="86868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7" name="Image 2" descr="/home/claude/gradepilot/icon_barchart_2129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" y="468904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40740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numbers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965960" y="4773168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simulations, risk indicators, a planner and study recommendations round out the picture — turning raw scores into concrete next steps.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student needs to plan ahead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gradepilot/icon_bar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00985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60320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averages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2825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calculated from grades and assessment weights.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42232" y="160020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8264" y="18562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gradepilot/icon_trend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883" y="200985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8264" y="2560320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simulations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398264" y="2898648"/>
            <a:ext cx="2825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how a future grade changes the overall average.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35824" y="160020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91856" y="18562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gradepilot/icon_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20098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91856" y="2560320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indicators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991856" y="2898648"/>
            <a:ext cx="2825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subjects at risk of falling below a passing grade.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30752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98678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gradepilot/icon_calend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140403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9087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2825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deadlines and assessments across every subject.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142232" y="3730752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98264" y="398678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gradepilot/icon_clo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883" y="4140403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98264" y="469087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recommendations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398264" y="5029200"/>
            <a:ext cx="2825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available study time; GradePilot suggests where it matters most.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735824" y="3730752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2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991856" y="398678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gradepilot/icon_checksquar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475" y="4140403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91856" y="469087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checklist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991856" y="5029200"/>
            <a:ext cx="2825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mandatory requirements that aren't based on grades.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syllabus to schedule in one upload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gradepilot/icon_upl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6733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course documents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20299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Syllabi, rubrics and assessment guides.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1540" y="2377440"/>
            <a:ext cx="0" cy="731520"/>
          </a:xfrm>
          <a:prstGeom prst="line">
            <a:avLst/>
          </a:prstGeom>
          <a:noFill/>
          <a:ln w="19050">
            <a:solidFill>
              <a:srgbClr val="D6E2E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gradepilot/icon_slid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735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30906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extraction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417320" y="344728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 pulls out assessments, deadlines and requirements.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91540" y="3794760"/>
            <a:ext cx="0" cy="731520"/>
          </a:xfrm>
          <a:prstGeom prst="line">
            <a:avLst/>
          </a:prstGeom>
          <a:noFill/>
          <a:ln w="19050">
            <a:solidFill>
              <a:srgbClr val="D6E2EA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48640" y="4526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gradepilot/icon_user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6908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17320" y="45079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reviews first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417320" y="48646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added until the student checks it's correct.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92240" y="169164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</p:sp>
      <p:sp>
        <p:nvSpPr>
          <p:cNvPr id="22" name="Shape 17"/>
          <p:cNvSpPr/>
          <p:nvPr/>
        </p:nvSpPr>
        <p:spPr>
          <a:xfrm>
            <a:off x="6812280" y="2011680"/>
            <a:ext cx="685800" cy="68580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3" name="Image 3" descr="/home/claude/gradepilot/icon_checksquare_2129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217627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3524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checklist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6858000" y="2926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C3E70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269480" y="2852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minimums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858000" y="3383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C3E70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269480" y="33101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workshops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858000" y="38404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C3E70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269480" y="37673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sign-off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858000" y="42976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C3E70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69480" y="42245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formalities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858000" y="4754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C3E70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269480" y="46817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/ lab completion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6858000" y="5276088"/>
            <a:ext cx="3840480" cy="0"/>
          </a:xfrm>
          <a:prstGeom prst="line">
            <a:avLst/>
          </a:prstGeom>
          <a:noFill/>
          <a:ln w="12700">
            <a:solidFill>
              <a:srgbClr val="3E4A8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858000" y="53949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that grades alone don't capture — kept visible alongside the numbers.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students who want more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 is mainly designed for students in secondary and higher education who want a clearer overview of their academic progress and what they should focus on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074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34640"/>
            <a:ext cx="4434840" cy="1051560"/>
          </a:xfrm>
          <a:prstGeom prst="roundRect">
            <a:avLst>
              <a:gd name="adj" fmla="val 52174"/>
            </a:avLst>
          </a:prstGeom>
          <a:solidFill>
            <a:srgbClr val="065A82"/>
          </a:solidFill>
          <a:ln/>
        </p:spPr>
      </p:sp>
      <p:pic>
        <p:nvPicPr>
          <p:cNvPr id="7" name="Image 0" descr="/home/claude/gradepilot/icon_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2052" y="2971800"/>
            <a:ext cx="768096" cy="7680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14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education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461772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tracking subjects, passing grades and multiple assessments across a school year.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514600"/>
            <a:ext cx="5074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834640"/>
            <a:ext cx="4434840" cy="1051560"/>
          </a:xfrm>
          <a:prstGeom prst="roundRect">
            <a:avLst>
              <a:gd name="adj" fmla="val 52174"/>
            </a:avLst>
          </a:prstGeom>
          <a:solidFill>
            <a:srgbClr val="065A82"/>
          </a:solidFill>
          <a:ln/>
        </p:spPr>
      </p:sp>
      <p:pic>
        <p:nvPicPr>
          <p:cNvPr id="12" name="Image 1" descr="/home/claude/gradepilot/icon_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732" y="2971800"/>
            <a:ext cx="768096" cy="7680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4114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education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46520" y="461772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managing courses, weighted exams, projects and credit requirements.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023360"/>
            <a:ext cx="4206240" cy="420624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2103120" cy="2103120"/>
          </a:xfrm>
          <a:prstGeom prst="roundRect">
            <a:avLst>
              <a:gd name="adj" fmla="val 6522"/>
            </a:avLst>
          </a:prstGeom>
          <a:solidFill>
            <a:srgbClr val="C519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72768" y="233172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gradepilot/icon_book_C519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4505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· Which goal does GradePilot address?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128016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students learn how to manage their own learning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291840" y="246888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 contributes to SDG 4: Quality Education. It helps students better understand their academic situation, organise their study time and make more informed decisions about their learning.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291840" y="3749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gradepilot/icon_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386791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376732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understanding of academic progress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291840" y="4434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gradepilot/icon_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455371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77640" y="445312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organised study time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291840" y="5120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gradepilot/icon_trend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5239512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77640" y="513892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informed decisions about learning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installation needed — just a browser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87168" cy="3017520"/>
          </a:xfrm>
          <a:prstGeom prst="roundRect">
            <a:avLst>
              <a:gd name="adj" fmla="val 3676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2011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pic>
        <p:nvPicPr>
          <p:cNvPr id="7" name="Image 0" descr="/home/claude/gradepilot/icon_globe_F4A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306324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661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&amp; create an account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web app — no download or install required.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63240" y="2468880"/>
            <a:ext cx="146304" cy="0"/>
          </a:xfrm>
          <a:prstGeom prst="line">
            <a:avLst/>
          </a:prstGeom>
          <a:noFill/>
          <a:ln w="19050">
            <a:solidFill>
              <a:srgbClr val="B9C9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36976" y="1691640"/>
            <a:ext cx="2487168" cy="3017520"/>
          </a:xfrm>
          <a:prstGeom prst="roundRect">
            <a:avLst>
              <a:gd name="adj" fmla="val 3676"/>
            </a:avLst>
          </a:prstGeom>
          <a:solidFill>
            <a:srgbClr val="F5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4023360" y="2011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402336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pic>
        <p:nvPicPr>
          <p:cNvPr id="14" name="Image 1" descr="/home/claude/gradepilot/icon_upload_F4A3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306324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19856" y="35661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or import subjects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419856" y="402336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subjects manually, or import course information directly.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751576" y="2468880"/>
            <a:ext cx="146304" cy="0"/>
          </a:xfrm>
          <a:prstGeom prst="line">
            <a:avLst/>
          </a:prstGeom>
          <a:noFill/>
          <a:ln w="19050">
            <a:solidFill>
              <a:srgbClr val="B9C9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25312" y="1691640"/>
            <a:ext cx="2487168" cy="3017520"/>
          </a:xfrm>
          <a:prstGeom prst="roundRect">
            <a:avLst>
              <a:gd name="adj" fmla="val 3676"/>
            </a:avLst>
          </a:prstGeom>
          <a:solidFill>
            <a:srgbClr val="F5F8FA"/>
          </a:solidFill>
          <a:ln/>
        </p:spPr>
      </p:sp>
      <p:sp>
        <p:nvSpPr>
          <p:cNvPr id="19" name="Shape 15"/>
          <p:cNvSpPr/>
          <p:nvPr/>
        </p:nvSpPr>
        <p:spPr>
          <a:xfrm>
            <a:off x="6711696" y="2011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6"/>
          <p:cNvSpPr/>
          <p:nvPr/>
        </p:nvSpPr>
        <p:spPr>
          <a:xfrm>
            <a:off x="6711696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pic>
        <p:nvPicPr>
          <p:cNvPr id="21" name="Image 2" descr="/home/claude/gradepilot/icon_checksquare_F4A3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3063240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08192" y="35661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details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108192" y="402336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Grades, assessments, deadlines and requirements per subject.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439912" y="2468880"/>
            <a:ext cx="146304" cy="0"/>
          </a:xfrm>
          <a:prstGeom prst="line">
            <a:avLst/>
          </a:prstGeom>
          <a:noFill/>
          <a:ln w="19050">
            <a:solidFill>
              <a:srgbClr val="B9C9D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13648" y="1691640"/>
            <a:ext cx="2487168" cy="3017520"/>
          </a:xfrm>
          <a:prstGeom prst="roundRect">
            <a:avLst>
              <a:gd name="adj" fmla="val 3676"/>
            </a:avLst>
          </a:prstGeom>
          <a:solidFill>
            <a:srgbClr val="F5F8FA"/>
          </a:solidFill>
          <a:ln/>
        </p:spPr>
      </p:sp>
      <p:sp>
        <p:nvSpPr>
          <p:cNvPr id="26" name="Shape 21"/>
          <p:cNvSpPr/>
          <p:nvPr/>
        </p:nvSpPr>
        <p:spPr>
          <a:xfrm>
            <a:off x="9400032" y="2011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2"/>
          <p:cNvSpPr/>
          <p:nvPr/>
        </p:nvSpPr>
        <p:spPr>
          <a:xfrm>
            <a:off x="9400032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pic>
        <p:nvPicPr>
          <p:cNvPr id="28" name="Image 3" descr="/home/claude/gradepilot/icon_barchart_F4A3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3063240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96528" y="35661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&amp; plan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8796528" y="402336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dashboard, calculators and planner to track progress.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and over-reliance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gradepilot/icon_wifioff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" y="21744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Unequal accessibility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 needs internet access, a device and basic digital skills. Not every student has all three, which can widen rather than close gaps.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9659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gradepilot/icon_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217444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30175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of over-reliance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55080" y="352044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lean too heavily on GradePilot's recommendations, even though the system cannot understand every personal situation.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accuracy and privacy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gradepilot/icon_ale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" y="21744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mistakes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importer can misread deadlines, grades or requirements. Imported information must always be reviewed by the student before it is added.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2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9659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gradepilot/icon_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217444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30175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personal data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55080" y="352044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 stores personal academic information. This data should be protected and should never be visible to other users.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108960" cy="31089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754880"/>
            <a:ext cx="2743200" cy="27432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5" name="Image 0" descr="/home/claude/gradepilot/icon_heart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042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REFLECTION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920240" y="123444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planning tool — not a replacement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such as risk labels or high required grades could increase stress. GradePilot should be used as a planning tool — not as a replacement for teachers, personal judgement, or learning itself.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10241280" cy="0"/>
          </a:xfrm>
          <a:prstGeom prst="line">
            <a:avLst/>
          </a:prstGeom>
          <a:noFill/>
          <a:ln w="12700">
            <a:solidFill>
              <a:srgbClr val="3E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project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Bruggeling (21076804)   ·   Amien El Azzouzi (26159430)</a:t>
            </a:r>
            <a:endParaRPr lang="en-US" sz="1400" dirty="0"/>
          </a:p>
        </p:txBody>
      </p:sp>
      <p:pic>
        <p:nvPicPr>
          <p:cNvPr id="12" name="Image 1" descr="/home/claude/gradepilot/icon_link_F4A3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49884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44622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student-grade-calcul-vth7.bolt.host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GradePilot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2026-09-10T11:25:12Z</dcterms:created>
  <dcterms:modified xsi:type="dcterms:W3CDTF">2026-09-10T11:25:12Z</dcterms:modified>
</cp:coreProperties>
</file>